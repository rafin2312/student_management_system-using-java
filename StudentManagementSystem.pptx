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366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0545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7248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262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2337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366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0545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7248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9262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979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2337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8366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0545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27248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083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1441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7979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0158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2337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6187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8366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0545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27248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9262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1441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36208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7979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0158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08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6187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8366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0545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27248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4904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7083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262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1441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36208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7979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0158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008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6187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8366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0545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27248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4904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7083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9262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1441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36208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7979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0158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2337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" y="11887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4000" dirty="0"/>
          </a:p>
        </p:txBody>
      </p:sp>
      <p:sp>
        <p:nvSpPr>
          <p:cNvPr id="88" name="Text 86"/>
          <p:cNvSpPr/>
          <p:nvPr/>
        </p:nvSpPr>
        <p:spPr>
          <a:xfrm>
            <a:off x="594360" y="1920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89" name="Text 87"/>
          <p:cNvSpPr/>
          <p:nvPr/>
        </p:nvSpPr>
        <p:spPr>
          <a:xfrm>
            <a:off x="594360" y="26060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for Southeast University, Dept. of CSE — manages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course advising, and admin authentication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file-based persistence (MVC Architecture).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94360" y="3474720"/>
            <a:ext cx="1572768" cy="301752"/>
          </a:xfrm>
          <a:prstGeom prst="rect">
            <a:avLst/>
          </a:prstGeom>
          <a:solidFill>
            <a:srgbClr val="0A7EA4">
              <a:alpha val="70000"/>
            </a:srgbClr>
          </a:solidFill>
          <a:ln w="9525">
            <a:solidFill>
              <a:srgbClr val="12A3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4360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267712" y="3474720"/>
            <a:ext cx="1572768" cy="301752"/>
          </a:xfrm>
          <a:prstGeom prst="rect">
            <a:avLst/>
          </a:prstGeom>
          <a:solidFill>
            <a:srgbClr val="0A7EA4">
              <a:alpha val="70000"/>
            </a:srgbClr>
          </a:solidFill>
          <a:ln w="9525">
            <a:solidFill>
              <a:srgbClr val="12A3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67712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File I/O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941064" y="3474720"/>
            <a:ext cx="1572768" cy="301752"/>
          </a:xfrm>
          <a:prstGeom prst="rect">
            <a:avLst/>
          </a:prstGeom>
          <a:solidFill>
            <a:srgbClr val="0A7EA4">
              <a:alpha val="70000"/>
            </a:srgbClr>
          </a:solidFill>
          <a:ln w="9525">
            <a:solidFill>
              <a:srgbClr val="12A3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41064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MVC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614416" y="3474720"/>
            <a:ext cx="1572768" cy="301752"/>
          </a:xfrm>
          <a:prstGeom prst="rect">
            <a:avLst/>
          </a:prstGeom>
          <a:solidFill>
            <a:srgbClr val="0A7EA4">
              <a:alpha val="70000"/>
            </a:srgbClr>
          </a:solidFill>
          <a:ln w="9525">
            <a:solidFill>
              <a:srgbClr val="12A3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14416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Console App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287768" y="3474720"/>
            <a:ext cx="1572768" cy="301752"/>
          </a:xfrm>
          <a:prstGeom prst="rect">
            <a:avLst/>
          </a:prstGeom>
          <a:solidFill>
            <a:srgbClr val="0A7EA4">
              <a:alpha val="70000"/>
            </a:srgbClr>
          </a:solidFill>
          <a:ln w="9525">
            <a:solidFill>
              <a:srgbClr val="12A3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87768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Features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E3E"/>
          </a:solidFill>
          <a:ln w="12700">
            <a:solidFill>
              <a:srgbClr val="0F1E3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4360" y="4773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Md. Kamran Hasan Rafin  |  ID: 202200000066  |  Southeast University  |  Dept. of CSE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949440" y="1005840"/>
            <a:ext cx="1920240" cy="3291840"/>
          </a:xfrm>
          <a:prstGeom prst="rect">
            <a:avLst/>
          </a:prstGeom>
          <a:solidFill>
            <a:srgbClr val="0D2042"/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95160" y="1051560"/>
            <a:ext cx="1828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Main.java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main(String[] args){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Scanner scan =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new Scanner(System.in);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boolean logged = false;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... auth check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while(true)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 opt = scan.nextInt();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route features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9552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955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813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Goals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2130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13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3395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Project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47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Deep Dive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7286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28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3911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student &amp; Advising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986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&amp; Real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2442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44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4427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Startup &amp; Authentication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5020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50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 &amp; Control 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475988"/>
            <a:ext cx="347472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759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4942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View All Students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79552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7955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813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Add Student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32130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3213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13395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Find Student by 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84708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847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Assign Course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37286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3728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74920" y="23911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— View Courses by 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89864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8986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Patterns Explained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42442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4244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34427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&amp; Suggested Fixes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950208"/>
            <a:ext cx="347472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950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7492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Thank You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Project Overview &amp; Goals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4114800" cy="2606040"/>
          </a:xfrm>
          <a:prstGeom prst="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04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About This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133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Java app for a single admin to manage students and courses for Southeast University, Dept. of CSE.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 — logs in with username &amp; password then works through a numbered menu (Options 1–6).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011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key Java concepts in a real-world mini-project: OOP, File I/O, and MVC.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all data lives in three plain-text files in src/files/, read at runtime.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89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files, 5 Java classes, ~250 lines of code — small but covers all fundamental Java patterns.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749808"/>
            <a:ext cx="42519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804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Learning Objectives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1338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OOP with classes, constructors, getters/setters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61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670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MVC — separate model, view, controller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184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Java File I/O: BufferedReader &amp; FileWriter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8608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516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menu-driven while(true) loop application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031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93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 with try-catch blocks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2450592"/>
            <a:ext cx="804672" cy="914400"/>
          </a:xfrm>
          <a:prstGeom prst="rect">
            <a:avLst>
              <a:gd name="adj" fmla="val 5682"/>
            </a:avLst>
          </a:prstGeom>
          <a:solidFill>
            <a:srgbClr val="1A2C5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26280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26280" y="28895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Files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76672" y="2450592"/>
            <a:ext cx="804672" cy="914400"/>
          </a:xfrm>
          <a:prstGeom prst="rect">
            <a:avLst>
              <a:gd name="adj" fmla="val 5682"/>
            </a:avLst>
          </a:prstGeom>
          <a:solidFill>
            <a:srgbClr val="1A2C5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76672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76672" y="28895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27064" y="2450592"/>
            <a:ext cx="804672" cy="914400"/>
          </a:xfrm>
          <a:prstGeom prst="rect">
            <a:avLst>
              <a:gd name="adj" fmla="val 5682"/>
            </a:avLst>
          </a:prstGeom>
          <a:solidFill>
            <a:srgbClr val="1A2C5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27064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27064" y="28895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77456" y="2450592"/>
            <a:ext cx="804672" cy="914400"/>
          </a:xfrm>
          <a:prstGeom prst="rect">
            <a:avLst>
              <a:gd name="adj" fmla="val 5682"/>
            </a:avLst>
          </a:prstGeom>
          <a:solidFill>
            <a:srgbClr val="1A2C5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77456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77456" y="28895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927848" y="2450592"/>
            <a:ext cx="804672" cy="914400"/>
          </a:xfrm>
          <a:prstGeom prst="rect">
            <a:avLst>
              <a:gd name="adj" fmla="val 5682"/>
            </a:avLst>
          </a:prstGeom>
          <a:solidFill>
            <a:srgbClr val="1A2C5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27848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927848" y="28895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Java APIs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Tech Stack &amp; Project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4663440" cy="4069080"/>
          </a:xfrm>
          <a:prstGeom prst="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Technology Stack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79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13350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language. JDK 8+. No frameworks required.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632204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322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6413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17967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.txt files in src/files/ act as the database.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093976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939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22585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FileReader for efficient line-by-line reading.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555748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557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5648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FileWriter/BufferedWriter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272034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(true) preserves old records on write.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17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026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318211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input from System.in in Main.java.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479292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792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4884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/ List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36438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multiple student/course records in memory.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941064"/>
            <a:ext cx="384048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410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950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41056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IDE; project runs from the src/ root.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74920" y="749808"/>
            <a:ext cx="3749040" cy="4069080"/>
          </a:xfrm>
          <a:prstGeom prst="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Project Directory Tree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66360" y="1143000"/>
            <a:ext cx="35204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1188720"/>
            <a:ext cx="340156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StudentManagementSystem/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Main.java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controller/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│   ├── authentication.java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│   ├── StudentController.java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│   └── CourseController.java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├── model/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│   ├── student.java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│   └── Advising.java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└── files/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├── admin.txt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├── students.txt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└── courses.txt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66360" y="3794760"/>
            <a:ext cx="3520440" cy="932688"/>
          </a:xfrm>
          <a:prstGeom prst="rect">
            <a:avLst>
              <a:gd name="adj" fmla="val 4902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03520" y="3840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Entry Point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4050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is the only runnable class. It imports from controller.* and model.* and drives all user interaction through Scanner.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MVC Architecture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 pattern applied in this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68096"/>
            <a:ext cx="2788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6809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435608"/>
            <a:ext cx="27889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student.java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Advising.java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3591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data entities. Pure Java classes with private fields, constructors, getters &amp; setters. Zero business logic.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call: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163824"/>
            <a:ext cx="2788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82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 = new student(id, name, program, batch, password, cgpa);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768096"/>
            <a:ext cx="2788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76809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252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1435608"/>
            <a:ext cx="2788920" cy="7315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444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StudentController.java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CourseController.java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authentication.java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1762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3591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business logic. Reads and writes .txt files, parses CSV lines, builds model objects, returns results.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46120" y="29992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call: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3163824"/>
            <a:ext cx="2788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182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list = controller.getAllStudents();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72200" y="768096"/>
            <a:ext cx="2788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76809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252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435608"/>
            <a:ext cx="278892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444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 (console)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72200" y="21762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3591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user interaction. Displays menus, reads input via Scanner, calls controllers, prints results.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2200" y="29992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call: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3163824"/>
            <a:ext cx="2788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182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System.out.println("Id: "+s.getId()+" Name: "+s.getName());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27248" y="1005840"/>
            <a:ext cx="137160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3328" y="1005840"/>
            <a:ext cx="137160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703320"/>
            <a:ext cx="8458200" cy="530352"/>
          </a:xfrm>
          <a:prstGeom prst="rect">
            <a:avLst>
              <a:gd name="adj" fmla="val 8621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767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🔑  Key Benefit: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536192" y="3767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the data format only require updating controllers — the model classes and menu display remain unchanged.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 Models: student.java &amp; Advising.java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field names and types from the source code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4297680" cy="4069080"/>
          </a:xfrm>
          <a:prstGeom prst="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4297680" cy="38404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680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student.java  — model package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(private):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114800" cy="3017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173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" y="141732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28800" y="14173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number (e.g. "100")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746504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74650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" y="174650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28800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(e.g. "Kamran Hasan Rafin")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075688"/>
            <a:ext cx="4114800" cy="3017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07568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" y="207568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28800" y="207568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type ("BSc", "BA")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2404872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40487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" y="240487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0" y="240487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Dept/group label ("cse", "BBA")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2734056"/>
            <a:ext cx="4114800" cy="3017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73405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" y="2734056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28800" y="273405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 stored as plain text ⚠️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3063240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0632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3000" y="306324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cgpa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0" y="306324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score (e.g. 3.5, 3.8)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410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593592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6210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student()  // default — no-args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student(id, name, program, batch, password, cgpa)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749808"/>
            <a:ext cx="4023360" cy="4069080"/>
          </a:xfrm>
          <a:prstGeom prst="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749808"/>
            <a:ext cx="402336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768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Advising.java  — model package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(private):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28032" y="1417320"/>
            <a:ext cx="3877056" cy="3017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141732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14173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29400" y="141732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course record to a student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28032" y="1746504"/>
            <a:ext cx="38770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1746504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96128" y="17465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629400" y="174650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 (e.g. "CSE101")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28032" y="2075688"/>
            <a:ext cx="3877056" cy="3017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207568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20756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courseTitle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629400" y="207568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 name (e.g. "Fundamental CSE")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28032" y="2404872"/>
            <a:ext cx="38770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73752" y="240487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96128" y="2404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courseCredit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29400" y="240487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as Integer (e.g. 3)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46320" y="2761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Full Constructor (actual code):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28032" y="2980944"/>
            <a:ext cx="3877056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3017520"/>
            <a:ext cx="36941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Advising(String studentId,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courseId,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courseTitle,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Integer courseCredit)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this.courseId     = courseId;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this.courseTitle  = courseTitle;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this.courseCredit = courseCredit;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this.studentId    = studentId;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Data Files &amp; Real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content of the three .txt files used by the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845820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845820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src/files/students.txt — 3 records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458200" cy="1078992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188720"/>
                <a:gridCol w="1097280"/>
                <a:gridCol w="1828800"/>
                <a:gridCol w="2331720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program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batch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cgpa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202200000066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Kamran Hasan Rafin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BSc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rased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BBA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rasel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BSc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212848"/>
            <a:ext cx="845820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212848"/>
            <a:ext cx="845820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23113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src/files/courses.txt — 5 records (note: 1 corrupted line!)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8458200" cy="1444752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4114800"/>
                <a:gridCol w="1965960"/>
              </a:tblGrid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courseTitle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courseCredit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202200000066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Fundamental CSE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202200000066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Basic English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CSE102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Programming Language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CSE103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Programming Language Lab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1101  ⚠️ CORRUPTED LINE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202200000066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CSE305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 Processing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20040" y="4023360"/>
            <a:ext cx="8458200" cy="804672"/>
          </a:xfrm>
          <a:prstGeom prst="rect">
            <a:avLst>
              <a:gd name="adj" fmla="val 5682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5720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src/files/admin.txt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46120" y="4114800"/>
            <a:ext cx="2926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10128" y="4133088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admin,123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6364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Stored as plain text — SECURITY RISK!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" y="43251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4 of courses.txt has merged two records — missing a newline. Causes data[3] = '1101' instead of correct credit hours.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System Startup &amp; Admin Authentication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4069080" cy="4069080"/>
          </a:xfrm>
          <a:prstGeom prst="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13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Startup Sequence (Main.java)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15214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247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starts Main.main()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3213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StudentController, CourseController, authentication objects created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158648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864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5590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 printed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7556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System.out.println("Hello and welcome to Southeast University Student Management System")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" y="202082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IsLoggedIn = false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1899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 initialised; controls whether menu is shown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" y="245516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551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4277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username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6243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reads username from console with scan.nextLine()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" y="288950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8620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password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0586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reads password with scan.nextLine()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9768" y="332384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3238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32964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auth.adminLogin() called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— sets IsLoggedIn accordingly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9768" y="375818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37307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false → program ends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" y="39273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"Username or Password is wrong." then exits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" y="4192524"/>
            <a:ext cx="256032" cy="25603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192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41650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true → show menu loop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3616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while(true) { … } begins — dashboard shown until opt==6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80560" y="749808"/>
            <a:ext cx="4297680" cy="3291840"/>
          </a:xfrm>
          <a:prstGeom prst="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1772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authentication.java — adminLogin()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1097280"/>
            <a:ext cx="42976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0288" y="1170432"/>
            <a:ext cx="40782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adminLogin(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username, String password)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(BufferedReader br = new BufferedReader(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FileReader("src/files/admin.txt")))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line;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while ((line = br.readLine()) != null)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String[] data = line.split(",");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 AdminUsername = data[0];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 AdminPassword = data[1];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if (AdminUsername.equals(username) &amp;&amp;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AdminPassword.equals(password))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true;  // match found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(IOException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 to read the file");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false; // no credentials matched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4133088"/>
            <a:ext cx="2057400" cy="658368"/>
          </a:xfrm>
          <a:prstGeom prst="rect">
            <a:avLst>
              <a:gd name="adj" fmla="val 6944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 path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IsLoggedIn=true → while(true) menu loop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629400" y="4133088"/>
            <a:ext cx="2148840" cy="658368"/>
          </a:xfrm>
          <a:prstGeom prst="rect">
            <a:avLst>
              <a:gd name="adj" fmla="val 6944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720840" y="4187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Failure path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20840" y="4389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error, IsLoggedIn stays false → program ends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Menu Loop &amp; Control Flow (Main.java)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4572000" cy="4069080"/>
          </a:xfrm>
          <a:prstGeom prst="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Main.java — Menu Loop (actual code)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57200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70432"/>
            <a:ext cx="435254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(IsLoggedIn)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(true)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System.out.println("---...");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System.out.println("1. See all students");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System.out.println("2. Add Student");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System.out.println("3. See Student By Id");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System.out.println("4. Assign Course to student");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System.out.println("5. See courses by Student Id");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System.out.println("6. Exit");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 opt = scan.nextInt();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scan.nextLine(); // flush newline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     (opt == 1) { /* all students */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 if (opt == 2) { /* add student  */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 if (opt == 3) { /* find by id   */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 if (opt == 4) { /* assign course*/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 if (opt == 5) { /* view courses */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 if (opt == 6)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System.out.println("Closed. Bye.");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break; // exits while loop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 else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System.out.println("Choose option from the list.");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983480" y="749808"/>
            <a:ext cx="3794760" cy="4069080"/>
          </a:xfrm>
          <a:prstGeom prst="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822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Diagram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1143000"/>
            <a:ext cx="118872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143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81928" y="131673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2161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143000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getAllStudents()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74920" y="1618488"/>
            <a:ext cx="1188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6184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81928" y="179222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6916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618488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74920" y="2093976"/>
            <a:ext cx="11887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093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81928" y="2267712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167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2093976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0939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getStudentsById()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2569464"/>
            <a:ext cx="1188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569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81928" y="27432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642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2569464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5694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advisingCourse()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74920" y="3044952"/>
            <a:ext cx="11887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044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81928" y="3218688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118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044952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0449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getCoursesById()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3520440"/>
            <a:ext cx="1188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== 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81928" y="369417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3593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3520440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→ Exit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74920" y="3995928"/>
            <a:ext cx="118872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39959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81928" y="416966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72784" y="4069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75120" y="3995928"/>
            <a:ext cx="1965960" cy="347472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9959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"Choose from list"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617720"/>
            <a:ext cx="8458200" cy="320040"/>
          </a:xfrm>
          <a:prstGeom prst="rect">
            <a:avLst>
              <a:gd name="adj" fmla="val 14286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scan.nextLine() after nextInt() flushes the leftover newline so the next input read works correctly.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Feature 1 — View All Students  (opt ==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977640" cy="4069080"/>
          </a:xfrm>
          <a:prstGeom prst="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Execution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1155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types: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28930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opt==1 branch entered in the while loop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4721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header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164592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students are here:" displayed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6537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65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8288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getAllStudents() called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00253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StudentController returns List&lt;student&gt;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22199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21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1854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students.txt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35915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FileReader wrapped in BufferedReader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7860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54203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2715768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((line = br.readLine()) != null) loop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93522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35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2898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CSV 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07238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String[] data = line.split(",") — 6 tokens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2552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student object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42900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student(data[0]…data[5]) — data[5] as double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64845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61188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ArrayList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378561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students.add(s) — grows the in-memory list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400507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05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396849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list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14223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objects returned to Main.java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436168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61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432511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prints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" y="4498848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Id, Name, Program, Batch, CGPA per student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89120" y="749808"/>
            <a:ext cx="4389120" cy="2834640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26280" y="822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Controller Code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1097280"/>
            <a:ext cx="4389120" cy="2450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1170432"/>
            <a:ext cx="41696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List&lt;student&gt; getAllStudents()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List&lt;student&gt; students = new ArrayList&lt;&gt;();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(BufferedReader br = new BufferedReader(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FileReader(StudentInformation)))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line;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while ((line = br.readLine()) != null)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String[] data = line.split(",");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student s = new student(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data[0], data[1], data[2],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data[3], data[4],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Double.parseDouble(data[5])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students.add(s);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 to read: "+e);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students;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389120" y="3639312"/>
            <a:ext cx="4389120" cy="685800"/>
          </a:xfrm>
          <a:prstGeom prst="rect">
            <a:avLst>
              <a:gd name="adj" fmla="val 6667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Sample Output: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202200000066 Name: Kamran Hasan Rafin Program: BSc Batch: CSE CGPA: 3.5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101 Name: rased Program: BA Batch: BBA CGPA: 3.8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Feature 2 — Add Student  (opt ==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977640" cy="4069080"/>
          </a:xfrm>
          <a:prstGeom prst="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Execution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1155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 CSV string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28930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"104,alice,BSc,cse,pass123,3.7"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4721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stu.split(",")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164592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String array with 6 tokens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6537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65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8288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length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00253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(data.length &lt; 6) → print error and return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22199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21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1854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cgpa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35915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Double.parseDouble(data[5]) inside try-catch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7860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54203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object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2715768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student(data[0] … data[5])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93522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35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2898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controller.addStudent(s)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07238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student object to StudentController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2552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 opens file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42900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FileWriter(file, true) — append mode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64845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61188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CSV + newLine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378561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bw.write(data); bw.newLine();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400507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05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396849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success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14223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 added successfully" printed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89120" y="749808"/>
            <a:ext cx="4389120" cy="2834640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26280" y="822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Controller Code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1097280"/>
            <a:ext cx="4389120" cy="2450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98848" y="1170432"/>
            <a:ext cx="41696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addStudent(student s)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(BufferedWriter bw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BufferedWriter(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new FileWriter(StudentInformation, true)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data = s.getId() 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+ s.getName()   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+ s.getProgram()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+ s.getBatch()  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+ s.getPassword()+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+ s.getCgpa();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bw.write(data);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bw.newLine();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System.out.println("Student added successfully");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 to add students");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389120" y="3639312"/>
            <a:ext cx="4389120" cy="685800"/>
          </a:xfrm>
          <a:prstGeom prst="rect">
            <a:avLst>
              <a:gd name="adj" fmla="val 6667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Bug Found: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26280" y="387705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return; in validation block exits main() entirely!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replace return; with continue;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Feature 3 — Find Student by ID  (opt == 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977640" cy="4069080"/>
          </a:xfrm>
          <a:prstGeom prst="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Execution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1155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types: 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28930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opt==3 branch entered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4264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60020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"Enter student id to see students details"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" y="177393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73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scan.nextLine()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91109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input string e.g. "101"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208483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04825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getStudentsById(id)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2221992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StudentController called with the ID string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" y="239572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35915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students.txt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532888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 with FileReader created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270662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26700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 by line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284378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((line = br.readLine()) != null)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1480" y="301752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line.split(",")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15468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each line into 6-token array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332841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29184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data[0] to 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46557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(data[0].equals(id)) — string equality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363931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39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360273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build &amp; return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3776472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student(data[0]…data[5]) returned immediately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480" y="395020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950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391363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return null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" y="4087368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null after reading entire file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426110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6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" y="422452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 in Main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" y="439826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(stu != null) print details, else 'No student found'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389120" y="749808"/>
            <a:ext cx="4389120" cy="2834640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26280" y="822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Controller Code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89120" y="1097280"/>
            <a:ext cx="4389120" cy="2450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98848" y="1170432"/>
            <a:ext cx="41696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student getStudentsById(String id)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(BufferedReader br = new BufferedReader(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FileReader(StudentInformation)))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line;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while ((line = br.readLine()) != null)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String[] data = line.split(",");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if (data[0].equals(id))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new student(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data[0], data[1], data[2],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data[3], data[4],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Double.parseDouble(data[5])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System.out.println("Failed: " + e);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null;  // no match found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3639312"/>
            <a:ext cx="4389120" cy="685800"/>
          </a:xfrm>
          <a:prstGeom prst="rect">
            <a:avLst>
              <a:gd name="adj" fmla="val 6667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Sample Output: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2628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101 Name: rased Program: BA Batch: BBA CGPA: 3.8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Feature 4 — Assign Course to Student  (opt == 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977640" cy="4069080"/>
          </a:xfrm>
          <a:prstGeom prst="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Execution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1155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types: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28930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opt==4 branch entered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4721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shown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164592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Student information to assign"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6537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65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8288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string read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00253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scan.nextLine() reads the full 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22199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21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1854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stu.split(",")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35915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4-token array: studentId, courseId, title, credit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7860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54203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 object built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2715768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Advising(data[0], data[1], data[2], Integer.parseInt(data[3]))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93522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35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2898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advisingCourse() called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072384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CourseController invoked with Advising object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2552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 opens file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429000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FileWriter(course_file, true) — append mode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64845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61188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CSV string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378561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studentId+","+courseId+","+title+","+credit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400507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05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396849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newLine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142232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bw.write(data); bw.newLine(); — appends to courses.txt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436168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61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432511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message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" y="4498848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"Course assign successfully" printed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89120" y="749808"/>
            <a:ext cx="4389120" cy="2834640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26280" y="822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Controller Code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1097280"/>
            <a:ext cx="4389120" cy="2450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1170432"/>
            <a:ext cx="41696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advisingCourse(Advising advising)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(BufferedWriter br = new BufferedWriter(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FileWriter(course_file, true)))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data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advising.getStudentId()   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+ advising.getCourseId() 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+ advising.getCourseTitle() + ","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+ advising.getCourseCredit();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br.write(data);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br.newLine();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System.out.println("Course assign successfully");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 to add courses");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389120" y="3639312"/>
            <a:ext cx="4389120" cy="685800"/>
          </a:xfrm>
          <a:prstGeom prst="rect">
            <a:avLst>
              <a:gd name="adj" fmla="val 6667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Bug Found: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387705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— if input has &lt; 4 tokens,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Integer.parseInt(data[3]) throws ArrayIndexOutOfBoundsException!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Feature 5 — View Courses by Student ID  (opt == 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977640" cy="4069080"/>
          </a:xfrm>
          <a:prstGeom prst="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Execution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1155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types: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28930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opt==5 branch entered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4264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shown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60020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"Enter Student id to see advised courses"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" y="177393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73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scan.nextLine()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91109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student ID string e.g. "100"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208483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04825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getStudentsById(id) called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2221992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Gets student name — but stu could be null (crash risk!)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" y="239572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35915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= stu.getName()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532888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 if student ID doesn't exist!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270662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26700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getCoursesById(id) called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284378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CourseController scans courses.txt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1480" y="301752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courses.txt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15468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 with FileReader created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3328416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29184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line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46557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((line = br.readLine()) != null) loop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3639312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39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360273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data.length &lt; 4 → skip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3776472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check for malformed/corrupted lines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480" y="3950208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950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391363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data[0].equals(id)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" y="4087368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check → data[1] (courseId) added to list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4261104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6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" y="422452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List&lt;String&gt;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" y="4398264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matching courseIds for that student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11480" y="4572000"/>
            <a:ext cx="219456" cy="21945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572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5800" y="45354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empty msg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" y="470916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list or prints "no assigned course"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389120" y="749808"/>
            <a:ext cx="4389120" cy="2834640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26280" y="822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Controller Code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89120" y="1097280"/>
            <a:ext cx="4389120" cy="2450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98848" y="1170432"/>
            <a:ext cx="41696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List&lt;String&gt; getCoursesById(String id)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List&lt;String&gt; courses = new ArrayList&lt;&gt;();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(BufferedReader br = new BufferedReader(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new FileReader(course_file)))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line;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while ((line = br.readLine()) != null)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String[] data = line.split(",");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if (data.length &lt; 4)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continue; // skip corrupted lines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if (data[0].equals(id))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courses.add(data[1]); // add courseId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catch (Exception e)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System.out.println("Failed: " + e);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courses;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389120" y="3639312"/>
            <a:ext cx="4389120" cy="685800"/>
          </a:xfrm>
          <a:prstGeom prst="rect">
            <a:avLst>
              <a:gd name="adj" fmla="val 6667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Sample Output: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2628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Registered by Kamran Hasan Rafin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CSE101   ENG101   CSE305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File I/O Patterns Explained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reading and writing works throughout the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4297680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Reading Pattern — BufferedReader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88136"/>
            <a:ext cx="42976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61288"/>
            <a:ext cx="40782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Used in: getAllStudents(), getStudentsById(),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getCoursesById(), adminLogin()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(BufferedReader br = new BufferedReader(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new FileReader("src/files/students.txt")))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line;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((line = br.readLine()) != null)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String[] data = line.split(",");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data[0]=id, data[1]=name ... data[5]=cgpa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stream auto-closed (try-with-resources)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749808"/>
            <a:ext cx="4069080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822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Writing Pattern — FileWriter + append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88136"/>
            <a:ext cx="4069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161288"/>
            <a:ext cx="3849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Used in: addStudent(), advisingCourse()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(BufferedWriter bw = new BufferedWriter(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new FileWriter(filePath, true))) { // append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line = field1+","+field2+","+field3;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bw.write(line);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bw.newLine();     // write OS newline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stream auto-closed (try-with-resources)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WARNING: FileWriter(filePath, false) would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OVERWRITE the file — erasing all records!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97680" cy="731520"/>
          </a:xfrm>
          <a:prstGeom prst="rect">
            <a:avLst>
              <a:gd name="adj" fmla="val 6250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999232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8712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306324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7+ syntax. Stream declared in try(…). Guaranteed close after block, even on exception. Eliminates resource leaks.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4297680" cy="731520"/>
          </a:xfrm>
          <a:prstGeom prst="rect">
            <a:avLst>
              <a:gd name="adj" fmla="val 6250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776472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6484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38404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FileReader to add buffering. readLine() returns one full text line at a time. Returns null at end-of-file.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361688"/>
            <a:ext cx="4297680" cy="731520"/>
          </a:xfrm>
          <a:prstGeom prst="rect">
            <a:avLst>
              <a:gd name="adj" fmla="val 6250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553712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4256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FileWriter(file, true)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boolean enables append mode. New data added at end. Existing lines preserved. false would erase everything.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807208"/>
            <a:ext cx="4069080" cy="731520"/>
          </a:xfrm>
          <a:prstGeom prst="rect">
            <a:avLst>
              <a:gd name="adj" fmla="val 625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299923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2871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String.split(",")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0632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CSV line "202200000066,Kamran,BSc" → String[] {"202200000066","Kamran","BSc"}. Index 0=id, 1=name, 2=program, etc.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4069080" cy="731520"/>
          </a:xfrm>
          <a:prstGeom prst="rect">
            <a:avLst>
              <a:gd name="adj" fmla="val 625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8888" y="377647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3648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Double.parseDouble()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38404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"3.5" → primitive double 3.5 for cgpa field. Throws NumberFormatException if not valid.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4361688"/>
            <a:ext cx="4069080" cy="731520"/>
          </a:xfrm>
          <a:prstGeom prst="rect">
            <a:avLst>
              <a:gd name="adj" fmla="val 625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455371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12080" y="4425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Integer.parseInt()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0" y="46177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credit-hours string to int. Throws NumberFormatException if not numeric. No error handling in current opt==4.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Bugs Found &amp; Suggested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4251960" cy="1417320"/>
          </a:xfrm>
          <a:prstGeom prst="rect">
            <a:avLst>
              <a:gd name="adj" fmla="val 3226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13716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93192" y="1051560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 — Option 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1261872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80160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 = controller.getStudentsById(id);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stu.getName(); // NPE if stu is null!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192" y="1664208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if (stu == null) { System.out.println("Student not found"); continue;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51960" cy="1417320"/>
          </a:xfrm>
          <a:prstGeom prst="rect">
            <a:avLst>
              <a:gd name="adj" fmla="val 3226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13716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77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1051560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kills app — Option 2 &amp; 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1261872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280160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(data.length &lt; 6)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System.out.println("Invalid input");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return;  // exits main()!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36592" y="1664208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Replace return; with continue; to stay in the while loop.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258568"/>
            <a:ext cx="4251960" cy="1417320"/>
          </a:xfrm>
          <a:prstGeom prst="rect">
            <a:avLst>
              <a:gd name="adj" fmla="val 3226"/>
            </a:avLst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58568"/>
            <a:ext cx="137160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585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3192" y="2532888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ArrayIndexOutOfBounds — Option 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3192" y="2743200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2761488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Integer.parseInt(data[3]) // crashes if &lt; 4 tokens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3192" y="3145536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if (data.length &lt; 4) { System.out.println("Invalid"); continue; 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258568"/>
            <a:ext cx="4251960" cy="1417320"/>
          </a:xfrm>
          <a:prstGeom prst="rect">
            <a:avLst>
              <a:gd name="adj" fmla="val 3226"/>
            </a:avLst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258568"/>
            <a:ext cx="137160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585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2532888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plain 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2743200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761488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admin.txt: admin,123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students.txt: 202200000066,Kamran Hasan Rafin,BSc,CSE,12344,3.5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36592" y="3145536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Hash passwords with MessageDigest SHA-256 before storing &amp; comparing.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739896"/>
            <a:ext cx="4251960" cy="1417320"/>
          </a:xfrm>
          <a:prstGeom prst="rect">
            <a:avLst>
              <a:gd name="adj" fmla="val 3226"/>
            </a:avLst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739896"/>
            <a:ext cx="13716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39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3192" y="401421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line in courses.txt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3192" y="4224528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4242816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101,CSE103,Programming Language Lab,1101 (two merged rows!)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3192" y="4626864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Fix the file manually — add a newline between the two records.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739896"/>
            <a:ext cx="4251960" cy="1417320"/>
          </a:xfrm>
          <a:prstGeom prst="rect">
            <a:avLst>
              <a:gd name="adj" fmla="val 3226"/>
            </a:avLst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739896"/>
            <a:ext cx="13716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739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36592" y="401421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violations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36592" y="4224528"/>
            <a:ext cx="4105656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4242816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 … class authentication { … boolean IsLoggedIn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36592" y="4626864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Rename: Student, Authentication, isLoggedIn (Java naming conventions).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for Each Feature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 input travels to the file and back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1143000" cy="713232"/>
          </a:xfrm>
          <a:prstGeom prst="rect">
            <a:avLst>
              <a:gd name="adj" fmla="val 6410"/>
            </a:avLst>
          </a:prstGeom>
          <a:solidFill>
            <a:srgbClr val="0A7EA4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046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'1'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34056" y="106070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25496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05072" y="106070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2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getAllStudents()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76088" y="106070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67528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students.txt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47104" y="106070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8544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List&lt;student&gt;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18120" y="106070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09560" y="96012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9601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student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1627632"/>
            <a:ext cx="1143000" cy="713232"/>
          </a:xfrm>
          <a:prstGeom prst="rect">
            <a:avLst>
              <a:gd name="adj" fmla="val 6410"/>
            </a:avLst>
          </a:prstGeom>
          <a:solidFill>
            <a:srgbClr val="10B98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162763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CSV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34056" y="188366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25496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25496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05072" y="188366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96512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96512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parse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76088" y="188366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67528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student(…)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47104" y="188366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38544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addStudent(s)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818120" y="188366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09560" y="178308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17830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students.txt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2450592"/>
            <a:ext cx="1143000" cy="713232"/>
          </a:xfrm>
          <a:prstGeom prst="rect">
            <a:avLst>
              <a:gd name="adj" fmla="val 6410"/>
            </a:avLst>
          </a:prstGeom>
          <a:solidFill>
            <a:srgbClr val="3B82F6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0040" y="245059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54480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734056" y="270662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25496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25496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005072" y="270662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96512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96512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getStudentsById()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76088" y="270662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67528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7528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students.txt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547104" y="270662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38544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8544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data[0]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818120" y="270662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09560" y="260604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26060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student obj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20040" y="3273552"/>
            <a:ext cx="1143000" cy="713232"/>
          </a:xfrm>
          <a:prstGeom prst="rect">
            <a:avLst>
              <a:gd name="adj" fmla="val 6410"/>
            </a:avLst>
          </a:prstGeom>
          <a:solidFill>
            <a:srgbClr val="F97316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20040" y="327355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Course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554480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54480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CSV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34056" y="352958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825496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25496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05072" y="352958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96512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96512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Advising(…)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276088" y="352958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367528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67528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advisingCourse()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547104" y="352958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638544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courses.txt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818120" y="352958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909560" y="342900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09560" y="3429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msg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20040" y="4096512"/>
            <a:ext cx="1143000" cy="713232"/>
          </a:xfrm>
          <a:prstGeom prst="rect">
            <a:avLst>
              <a:gd name="adj" fmla="val 6410"/>
            </a:avLst>
          </a:prstGeom>
          <a:solidFill>
            <a:srgbClr val="8B5CF6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20040" y="40965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554480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54480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ID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734056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825496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825496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005072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096512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96512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getStudentsById()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276088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367528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67528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getCoursesById()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547104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38544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38544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courses.txt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818120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909560" y="4251960"/>
            <a:ext cx="1170432" cy="402336"/>
          </a:xfrm>
          <a:prstGeom prst="rect">
            <a:avLst/>
          </a:prstGeom>
          <a:solidFill>
            <a:srgbClr val="EAF6FB"/>
          </a:solidFill>
          <a:ln w="9525">
            <a:solidFill>
              <a:srgbClr val="C3E4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09560" y="425196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courseIds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20040" y="4892040"/>
            <a:ext cx="8458200" cy="164592"/>
          </a:xfrm>
          <a:prstGeom prst="rect">
            <a:avLst>
              <a:gd name="adj" fmla="val 27778"/>
            </a:avLst>
          </a:prstGeom>
          <a:solidFill>
            <a:srgbClr val="EA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457200" y="490118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features follow the same pattern: User input → Main.java parses → Controller reads/writes .txt file → Result returned → Main.java prints.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Complete Feature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features at a glance — input, controller, file, output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458200" cy="425196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2194560"/>
                <a:gridCol w="118872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View 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A7E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getAllStudents()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students.txt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all students printed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Add Student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A7E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addStudent(student)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students.txt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appended, confirm msg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Find by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A7E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getStudentsById(id)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students.txt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student details or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Assign Course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A7E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advisingCourse(advising)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courses.txt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appended, confirm msg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View Courses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A7E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getCoursesById(id)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courses.txt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courseIds or empty msg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969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790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1097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19202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507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4032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7432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1790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507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2686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865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35661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1790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3969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61488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507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4865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0448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14032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35824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4389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" y="594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88" name="Text 86"/>
          <p:cNvSpPr/>
          <p:nvPr/>
        </p:nvSpPr>
        <p:spPr>
          <a:xfrm>
            <a:off x="59436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594360" y="1874520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04088" y="2066544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4088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1097280" y="1938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097280" y="2148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admin.txt read line-by-line; credentials compared with .equals()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94360" y="2670048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04088" y="286207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04088" y="2862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1097280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Students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9728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students.txt read in full; List&lt;student&gt; returned and printed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594360" y="3465576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704088" y="3657600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4088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➕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1097280" y="3529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1097280" y="3739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parsed, student object built, FileWriter appends to students.txt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94360" y="4261104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04088" y="4453128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04088" y="4453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1097280" y="4325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ID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1097280" y="45354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of students.txt; first matching data[0] returned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892040" y="1874520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5001768" y="2066544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01768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112" name="Text 110"/>
          <p:cNvSpPr/>
          <p:nvPr/>
        </p:nvSpPr>
        <p:spPr>
          <a:xfrm>
            <a:off x="5394960" y="1938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Course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394960" y="2148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 object built from CSV; CourseController appends to courses.txt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892040" y="2670048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5001768" y="2862072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001768" y="2862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5394960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Courses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539496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courses.txt scanned; data[0] matches → courseId added to result list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892040" y="3465576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5001768" y="3657600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001768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5394960" y="3529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5394960" y="3739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 = data, controller/ = logic, Main.java = user interaction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4892040" y="4261104"/>
            <a:ext cx="4160520" cy="713232"/>
          </a:xfrm>
          <a:prstGeom prst="rect">
            <a:avLst>
              <a:gd name="adj" fmla="val 6410"/>
            </a:avLst>
          </a:prstGeom>
          <a:solidFill>
            <a:srgbClr val="0D204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5001768" y="4453128"/>
            <a:ext cx="320040" cy="3200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01768" y="4453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📂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5394960" y="4325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5394960" y="45354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try-with-resources, BufferedReader.readLine(), FileWriter(file, true)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Java Academy</dc:creator>
  <cp:lastModifiedBy>Java Academy</cp:lastModifiedBy>
  <cp:revision>1</cp:revision>
  <dcterms:created xsi:type="dcterms:W3CDTF">2026-05-05T04:12:57Z</dcterms:created>
  <dcterms:modified xsi:type="dcterms:W3CDTF">2026-05-05T04:12:57Z</dcterms:modified>
</cp:coreProperties>
</file>